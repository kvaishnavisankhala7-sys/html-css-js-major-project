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2" Type="http://schemas.openxmlformats.org/officeDocument/2006/relationships/slide" Target="slides/slide7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cf4c1e7ee0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cf4c1e7ee0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cf4c1e7ee0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cf4c1e7ee0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cf4c1e7ee0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cf4c1e7ee0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cf4c1e7ee0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cf4c1e7ee0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cf4c1e7ee0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cf4c1e7ee0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aff573c996_1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aff573c996_1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A81B50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idx="1" type="subTitle"/>
          </p:nvPr>
        </p:nvSpPr>
        <p:spPr>
          <a:xfrm>
            <a:off x="311700" y="2834125"/>
            <a:ext cx="8520600" cy="98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lt1"/>
                </a:solidFill>
              </a:rPr>
              <a:t>CampusConnect: Student Club Portal</a:t>
            </a:r>
            <a:endParaRPr b="1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832">
                <a:solidFill>
                  <a:schemeClr val="lt1"/>
                </a:solidFill>
              </a:rPr>
              <a:t>B</a:t>
            </a:r>
            <a:r>
              <a:rPr b="1" lang="en-GB" sz="832">
                <a:solidFill>
                  <a:schemeClr val="lt1"/>
                </a:solidFill>
              </a:rPr>
              <a:t>y Vaishnvai Sankhala</a:t>
            </a:r>
            <a:endParaRPr b="1" sz="832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832">
                <a:solidFill>
                  <a:schemeClr val="lt1"/>
                </a:solidFill>
              </a:rPr>
              <a:t>150096725079</a:t>
            </a:r>
            <a:endParaRPr b="1" sz="832">
              <a:solidFill>
                <a:schemeClr val="lt1"/>
              </a:solidFill>
            </a:endParaRPr>
          </a:p>
        </p:txBody>
      </p:sp>
      <p:pic>
        <p:nvPicPr>
          <p:cNvPr id="55" name="Google Shape;55;p13" title="downloa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62238" y="942350"/>
            <a:ext cx="3819525" cy="1200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A81B50"/>
                </a:solidFill>
              </a:rPr>
              <a:t>Problem Statement</a:t>
            </a:r>
            <a:endParaRPr b="1">
              <a:solidFill>
                <a:srgbClr val="A81B50"/>
              </a:solidFill>
            </a:endParaRPr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In many universities, information about student clubs and events is scattered across notice boards, social media groups, and word of mouth.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Because of this, students often miss opportunities to join clubs, participate in competitions, or attend workshops.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There is no centralized platform where students can easily explore clubs, view activities, and register for events.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The problem is the lack of an organized digital system for managing campus clubs and student participation.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2" name="Google Shape;62;p14" title="images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14199" y="3992274"/>
            <a:ext cx="918100" cy="918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A81B50"/>
                </a:solidFill>
              </a:rPr>
              <a:t>Proposed Solution</a:t>
            </a:r>
            <a:endParaRPr b="1">
              <a:solidFill>
                <a:srgbClr val="A81B50"/>
              </a:solidFill>
            </a:endParaRPr>
          </a:p>
        </p:txBody>
      </p:sp>
      <p:sp>
        <p:nvSpPr>
          <p:cNvPr id="68" name="Google Shape;68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To solve this problem, a web-based platform called </a:t>
            </a:r>
            <a:r>
              <a:rPr b="1" lang="en-GB"/>
              <a:t>CampusConnect</a:t>
            </a:r>
            <a:r>
              <a:rPr lang="en-GB"/>
              <a:t> was developed.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The website provides a centralized hub where students can: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• Explore different campus clubs</a:t>
            </a:r>
            <a:br>
              <a:rPr lang="en-GB"/>
            </a:br>
            <a:r>
              <a:rPr lang="en-GB"/>
              <a:t> • View club details such as activities and achievements</a:t>
            </a:r>
            <a:br>
              <a:rPr lang="en-GB"/>
            </a:br>
            <a:r>
              <a:rPr lang="en-GB"/>
              <a:t> • Join clubs directly from the platform</a:t>
            </a:r>
            <a:br>
              <a:rPr lang="en-GB"/>
            </a:br>
            <a:r>
              <a:rPr lang="en-GB"/>
              <a:t> • Register for upcoming campus events</a:t>
            </a:r>
            <a:br>
              <a:rPr lang="en-GB"/>
            </a:br>
            <a:r>
              <a:rPr lang="en-GB"/>
              <a:t> • Track their participation using a student dashboard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The system simplifies communication and encourages students to participate in campus communities.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9" name="Google Shape;69;p15" title="images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25899" y="4225399"/>
            <a:ext cx="918100" cy="918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A81B50"/>
                </a:solidFill>
              </a:rPr>
              <a:t>Working (Method / Mind Map)</a:t>
            </a:r>
            <a:endParaRPr b="1">
              <a:solidFill>
                <a:srgbClr val="A81B50"/>
              </a:solidFill>
            </a:endParaRPr>
          </a:p>
        </p:txBody>
      </p:sp>
      <p:sp>
        <p:nvSpPr>
          <p:cNvPr id="75" name="Google Shape;75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The system works through multiple interconnected pages: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/>
              <a:t>Home Page</a:t>
            </a:r>
            <a:br>
              <a:rPr b="1" lang="en-GB"/>
            </a:br>
            <a:r>
              <a:rPr lang="en-GB"/>
              <a:t> Introduces CampusConnect and provides navigation.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/>
              <a:t>Clubs Page</a:t>
            </a:r>
            <a:br>
              <a:rPr b="1" lang="en-GB"/>
            </a:br>
            <a:r>
              <a:rPr lang="en-GB"/>
              <a:t> Displays a list of student clubs available on campus.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/>
              <a:t>Club Details Page</a:t>
            </a:r>
            <a:br>
              <a:rPr b="1" lang="en-GB"/>
            </a:br>
            <a:r>
              <a:rPr lang="en-GB"/>
              <a:t> Shows detailed information such as description, mentor, activities, and achievements.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6" name="Google Shape;76;p16" title="images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14199" y="3992274"/>
            <a:ext cx="918100" cy="918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/>
          <p:nvPr>
            <p:ph type="title"/>
          </p:nvPr>
        </p:nvSpPr>
        <p:spPr>
          <a:xfrm>
            <a:off x="311700" y="4237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A81B50"/>
                </a:solidFill>
              </a:rPr>
              <a:t>Working (Method / Mind Map)</a:t>
            </a:r>
            <a:endParaRPr b="1">
              <a:solidFill>
                <a:srgbClr val="A81B50"/>
              </a:solidFill>
            </a:endParaRPr>
          </a:p>
        </p:txBody>
      </p:sp>
      <p:sp>
        <p:nvSpPr>
          <p:cNvPr id="82" name="Google Shape;82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/>
              <a:t>Events Page</a:t>
            </a:r>
            <a:br>
              <a:rPr b="1" lang="en-GB"/>
            </a:br>
            <a:r>
              <a:rPr lang="en-GB"/>
              <a:t> Students can register for upcoming campus events.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/>
              <a:t>Dashboard</a:t>
            </a:r>
            <a:br>
              <a:rPr b="1" lang="en-GB"/>
            </a:br>
            <a:r>
              <a:rPr lang="en-GB"/>
              <a:t> Displays statistics such as clubs joined and events registered.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JavaScript dynamically loads club data and stores user activity using local storage.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3" name="Google Shape;83;p17" title="images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14199" y="3992274"/>
            <a:ext cx="918100" cy="918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A81B50"/>
                </a:solidFill>
              </a:rPr>
              <a:t>Conclusion</a:t>
            </a:r>
            <a:endParaRPr b="1">
              <a:solidFill>
                <a:srgbClr val="A81B50"/>
              </a:solidFill>
            </a:endParaRPr>
          </a:p>
        </p:txBody>
      </p:sp>
      <p:sp>
        <p:nvSpPr>
          <p:cNvPr id="89" name="Google Shape;89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CampusConnect provides a simple and organized platform for managing student clubs and campus events.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It helps students discover communities, participate in activities, and track their engagement with campus organizations.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The system improves communication between students and clubs while promoting collaboration and skill development.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With future improvements such as databases and login systems, the platform can evolve into a complete campus management system.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0" name="Google Shape;90;p18" title="images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14199" y="3992274"/>
            <a:ext cx="918100" cy="918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A81B50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9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lt1"/>
                </a:solidFill>
              </a:rPr>
              <a:t>Thank You</a:t>
            </a:r>
            <a:endParaRPr b="1">
              <a:solidFill>
                <a:schemeClr val="lt1"/>
              </a:solidFill>
            </a:endParaRPr>
          </a:p>
        </p:txBody>
      </p:sp>
      <p:pic>
        <p:nvPicPr>
          <p:cNvPr id="96" name="Google Shape;96;p19" title="downloa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62238" y="942350"/>
            <a:ext cx="3819525" cy="1200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